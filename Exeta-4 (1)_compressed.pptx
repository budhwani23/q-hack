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verage"/>
      <p:regular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regular.fntdata"/><Relationship Id="rId6" Type="http://schemas.openxmlformats.org/officeDocument/2006/relationships/slide" Target="slides/slide1.xml"/><Relationship Id="rId18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b57bd95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b57bd95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b57bd95d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b57bd95d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b57bd95db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b57bd95db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b57bd95db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b57bd95db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b57bd95db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b57bd95db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b57bd95db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b57bd95db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57bd95db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57bd95db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b57bd95db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b57bd95db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b57bd95d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b57bd95d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t/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A doctor can’t really understand you in the 5-8 minutes that they spend with you. They don’t know you!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Do you really know how your shape every little problem or symptom that you face everyday? Since you are not a doctor, so…. probably no.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You know about the body and the brain connection, but can you really track it? Or are you all on your own….?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b57bd95db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b57bd95db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b57bd95db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b57bd95d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4gIL5SI8uAzHHtZjWz7JGiIbrYj1lECO/view" TargetMode="External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Minimalist_Line-Art_Icon_Representing_Artificial_Intelligence_Concept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350" y="221125"/>
            <a:ext cx="3015425" cy="30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979800" y="2912275"/>
            <a:ext cx="54225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U-Thryv</a:t>
            </a:r>
            <a:endParaRPr b="1" sz="54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</a:rPr>
              <a:t>Track what shapes you. Basically your life, but sorted.</a:t>
            </a:r>
            <a:endParaRPr b="1" i="1" sz="5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65" name="Google Shape;65;p14" title="exxeta_logo_negativ_rgb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6850" y="3736250"/>
            <a:ext cx="1826050" cy="18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68050" y="4128175"/>
            <a:ext cx="82188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Team Members:</a:t>
            </a:r>
            <a:b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Nashit Budhwani  Udbhav Sharma 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Om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Prasad  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Astha Anand  Juhi Kumari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5275" y="0"/>
            <a:ext cx="2935075" cy="508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62" y="78150"/>
            <a:ext cx="771148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000" y="0"/>
            <a:ext cx="5232927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325" y="0"/>
            <a:ext cx="546418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37" y="0"/>
            <a:ext cx="771148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50" y="31313"/>
            <a:ext cx="8624302" cy="508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75" y="0"/>
            <a:ext cx="84712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332725" y="376875"/>
            <a:ext cx="79383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1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Why U-Thryv</a:t>
            </a:r>
            <a:endParaRPr b="1" i="1" sz="41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91325" y="1256700"/>
            <a:ext cx="6794400" cy="26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Connecting …</a:t>
            </a:r>
            <a:endParaRPr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55600" lvl="0" marL="9715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rage"/>
              <a:buChar char="●"/>
            </a:pPr>
            <a:r>
              <a:rPr lang="en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Physical Health + Lifestyle </a:t>
            </a:r>
            <a:endParaRPr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       with Mental Health</a:t>
            </a:r>
            <a:endParaRPr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55600" lvl="0" marL="9715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rage"/>
              <a:buChar char="●"/>
            </a:pPr>
            <a:r>
              <a:rPr lang="en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User with self</a:t>
            </a:r>
            <a:endParaRPr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55600" lvl="0" marL="9715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rage"/>
              <a:buChar char="●"/>
            </a:pPr>
            <a:r>
              <a:rPr lang="en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Doctor with Patients</a:t>
            </a:r>
            <a:endParaRPr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0" name="Google Shape;110;p22" title="pat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9543" y="1124350"/>
            <a:ext cx="4764456" cy="263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 title="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752" y="0"/>
            <a:ext cx="6743844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Please…</a:t>
            </a:r>
            <a:endParaRPr/>
          </a:p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5" title="exxeta_logo_negativ_rgb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850" y="3736250"/>
            <a:ext cx="1826050" cy="18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